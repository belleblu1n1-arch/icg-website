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32F"/>
    <a:srgbClr val="7ABC32"/>
    <a:srgbClr val="7EC234"/>
    <a:srgbClr val="006600"/>
    <a:srgbClr val="008000"/>
    <a:srgbClr val="008080"/>
    <a:srgbClr val="006666"/>
    <a:srgbClr val="339966"/>
    <a:srgbClr val="88E840"/>
    <a:srgbClr val="A0D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F6E112-077A-4D03-A7D6-4A7E25FD1D3B}" v="284" dt="2026-04-01T10:42:39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8" y="29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 Lan" userId="945ba5853d06cfb5" providerId="LiveId" clId="{4BF6D3D9-5CF5-48F0-AB96-70EE9B74F7F8}"/>
    <pc:docChg chg="undo redo custSel addSld delSld modSld">
      <pc:chgData name="Isa Lan" userId="945ba5853d06cfb5" providerId="LiveId" clId="{4BF6D3D9-5CF5-48F0-AB96-70EE9B74F7F8}" dt="2026-04-01T10:42:39.747" v="457" actId="1035"/>
      <pc:docMkLst>
        <pc:docMk/>
      </pc:docMkLst>
      <pc:sldChg chg="addSp delSp modSp mod">
        <pc:chgData name="Isa Lan" userId="945ba5853d06cfb5" providerId="LiveId" clId="{4BF6D3D9-5CF5-48F0-AB96-70EE9B74F7F8}" dt="2026-04-01T10:42:39.747" v="457" actId="1035"/>
        <pc:sldMkLst>
          <pc:docMk/>
          <pc:sldMk cId="2747055121" sldId="258"/>
        </pc:sldMkLst>
        <pc:spChg chg="mod ord">
          <ac:chgData name="Isa Lan" userId="945ba5853d06cfb5" providerId="LiveId" clId="{4BF6D3D9-5CF5-48F0-AB96-70EE9B74F7F8}" dt="2026-04-01T06:23:16.580" v="199" actId="167"/>
          <ac:spMkLst>
            <pc:docMk/>
            <pc:sldMk cId="2747055121" sldId="258"/>
            <ac:spMk id="5" creationId="{A1B4C223-9E81-6A6D-FAD9-488B502D967B}"/>
          </ac:spMkLst>
        </pc:spChg>
        <pc:spChg chg="mod">
          <ac:chgData name="Isa Lan" userId="945ba5853d06cfb5" providerId="LiveId" clId="{4BF6D3D9-5CF5-48F0-AB96-70EE9B74F7F8}" dt="2026-03-31T19:04:10.913" v="6" actId="14100"/>
          <ac:spMkLst>
            <pc:docMk/>
            <pc:sldMk cId="2747055121" sldId="258"/>
            <ac:spMk id="10" creationId="{6E77B96C-8EA8-A6F4-5E95-FBBBDF0F63DA}"/>
          </ac:spMkLst>
        </pc:spChg>
        <pc:spChg chg="mod">
          <ac:chgData name="Isa Lan" userId="945ba5853d06cfb5" providerId="LiveId" clId="{4BF6D3D9-5CF5-48F0-AB96-70EE9B74F7F8}" dt="2026-03-31T19:04:10.913" v="6" actId="14100"/>
          <ac:spMkLst>
            <pc:docMk/>
            <pc:sldMk cId="2747055121" sldId="258"/>
            <ac:spMk id="11" creationId="{1EABFA04-5F8D-4FCE-A878-8B111C1FAEBF}"/>
          </ac:spMkLst>
        </pc:spChg>
        <pc:spChg chg="mod">
          <ac:chgData name="Isa Lan" userId="945ba5853d06cfb5" providerId="LiveId" clId="{4BF6D3D9-5CF5-48F0-AB96-70EE9B74F7F8}" dt="2026-03-31T19:04:10.913" v="6" actId="14100"/>
          <ac:spMkLst>
            <pc:docMk/>
            <pc:sldMk cId="2747055121" sldId="258"/>
            <ac:spMk id="13" creationId="{6996C918-8F77-EC7F-CB34-11D4752BCAAE}"/>
          </ac:spMkLst>
        </pc:spChg>
        <pc:spChg chg="mod">
          <ac:chgData name="Isa Lan" userId="945ba5853d06cfb5" providerId="LiveId" clId="{4BF6D3D9-5CF5-48F0-AB96-70EE9B74F7F8}" dt="2026-03-31T19:04:10.913" v="6" actId="14100"/>
          <ac:spMkLst>
            <pc:docMk/>
            <pc:sldMk cId="2747055121" sldId="258"/>
            <ac:spMk id="15" creationId="{B3412D6D-20EC-A7DA-CA60-E5195A248D61}"/>
          </ac:spMkLst>
        </pc:spChg>
        <pc:spChg chg="mod">
          <ac:chgData name="Isa Lan" userId="945ba5853d06cfb5" providerId="LiveId" clId="{4BF6D3D9-5CF5-48F0-AB96-70EE9B74F7F8}" dt="2026-03-31T19:04:10.913" v="6" actId="14100"/>
          <ac:spMkLst>
            <pc:docMk/>
            <pc:sldMk cId="2747055121" sldId="258"/>
            <ac:spMk id="17" creationId="{83AA9F90-0D84-1DFD-5588-A4FC77F1549C}"/>
          </ac:spMkLst>
        </pc:spChg>
        <pc:spChg chg="mod">
          <ac:chgData name="Isa Lan" userId="945ba5853d06cfb5" providerId="LiveId" clId="{4BF6D3D9-5CF5-48F0-AB96-70EE9B74F7F8}" dt="2026-03-31T19:04:10.913" v="6" actId="14100"/>
          <ac:spMkLst>
            <pc:docMk/>
            <pc:sldMk cId="2747055121" sldId="258"/>
            <ac:spMk id="18" creationId="{0234C0E9-42B1-7F35-314F-FEE2DAD1EEBC}"/>
          </ac:spMkLst>
        </pc:spChg>
        <pc:spChg chg="mod">
          <ac:chgData name="Isa Lan" userId="945ba5853d06cfb5" providerId="LiveId" clId="{4BF6D3D9-5CF5-48F0-AB96-70EE9B74F7F8}" dt="2026-03-31T19:04:10.913" v="6" actId="14100"/>
          <ac:spMkLst>
            <pc:docMk/>
            <pc:sldMk cId="2747055121" sldId="258"/>
            <ac:spMk id="19" creationId="{6E387BBF-043C-1083-4B52-F1A1AFD35709}"/>
          </ac:spMkLst>
        </pc:spChg>
        <pc:spChg chg="mod">
          <ac:chgData name="Isa Lan" userId="945ba5853d06cfb5" providerId="LiveId" clId="{4BF6D3D9-5CF5-48F0-AB96-70EE9B74F7F8}" dt="2026-04-01T10:10:42.847" v="262" actId="14100"/>
          <ac:spMkLst>
            <pc:docMk/>
            <pc:sldMk cId="2747055121" sldId="258"/>
            <ac:spMk id="21" creationId="{95D89EDC-6ADF-908B-CC4E-C7CD45055E2A}"/>
          </ac:spMkLst>
        </pc:spChg>
        <pc:spChg chg="mod">
          <ac:chgData name="Isa Lan" userId="945ba5853d06cfb5" providerId="LiveId" clId="{4BF6D3D9-5CF5-48F0-AB96-70EE9B74F7F8}" dt="2026-04-01T10:11:10.653" v="263" actId="14100"/>
          <ac:spMkLst>
            <pc:docMk/>
            <pc:sldMk cId="2747055121" sldId="258"/>
            <ac:spMk id="22" creationId="{0C932C61-FD2F-3607-BEC0-25ECFF011559}"/>
          </ac:spMkLst>
        </pc:spChg>
        <pc:spChg chg="mod">
          <ac:chgData name="Isa Lan" userId="945ba5853d06cfb5" providerId="LiveId" clId="{4BF6D3D9-5CF5-48F0-AB96-70EE9B74F7F8}" dt="2026-04-01T07:32:26.968" v="253" actId="14100"/>
          <ac:spMkLst>
            <pc:docMk/>
            <pc:sldMk cId="2747055121" sldId="258"/>
            <ac:spMk id="23" creationId="{4D39A0B9-45F8-477E-3D20-44D8C29B684E}"/>
          </ac:spMkLst>
        </pc:spChg>
        <pc:picChg chg="add del mod ord">
          <ac:chgData name="Isa Lan" userId="945ba5853d06cfb5" providerId="LiveId" clId="{4BF6D3D9-5CF5-48F0-AB96-70EE9B74F7F8}" dt="2026-04-01T06:33:53.258" v="212" actId="478"/>
          <ac:picMkLst>
            <pc:docMk/>
            <pc:sldMk cId="2747055121" sldId="258"/>
            <ac:picMk id="8" creationId="{1961DE27-C96B-713E-FAB5-89200D14B587}"/>
          </ac:picMkLst>
        </pc:picChg>
        <pc:picChg chg="add del mod">
          <ac:chgData name="Isa Lan" userId="945ba5853d06cfb5" providerId="LiveId" clId="{4BF6D3D9-5CF5-48F0-AB96-70EE9B74F7F8}" dt="2026-04-01T07:38:14.657" v="260" actId="21"/>
          <ac:picMkLst>
            <pc:docMk/>
            <pc:sldMk cId="2747055121" sldId="258"/>
            <ac:picMk id="14" creationId="{E2A65885-D98A-6AC5-2504-ABC5C7D55A17}"/>
          </ac:picMkLst>
        </pc:picChg>
        <pc:picChg chg="add del mod">
          <ac:chgData name="Isa Lan" userId="945ba5853d06cfb5" providerId="LiveId" clId="{4BF6D3D9-5CF5-48F0-AB96-70EE9B74F7F8}" dt="2026-04-01T06:33:56.479" v="214" actId="478"/>
          <ac:picMkLst>
            <pc:docMk/>
            <pc:sldMk cId="2747055121" sldId="258"/>
            <ac:picMk id="1026" creationId="{A5FADEC2-3254-82F0-9AD3-EB3F86A84C29}"/>
          </ac:picMkLst>
        </pc:picChg>
        <pc:picChg chg="add del mod">
          <ac:chgData name="Isa Lan" userId="945ba5853d06cfb5" providerId="LiveId" clId="{4BF6D3D9-5CF5-48F0-AB96-70EE9B74F7F8}" dt="2026-04-01T07:32:47.970" v="256" actId="478"/>
          <ac:picMkLst>
            <pc:docMk/>
            <pc:sldMk cId="2747055121" sldId="258"/>
            <ac:picMk id="1028" creationId="{D6AE07F7-6101-5788-F7E5-4E4057BB86BA}"/>
          </ac:picMkLst>
        </pc:picChg>
        <pc:picChg chg="add del mod">
          <ac:chgData name="Isa Lan" userId="945ba5853d06cfb5" providerId="LiveId" clId="{4BF6D3D9-5CF5-48F0-AB96-70EE9B74F7F8}" dt="2026-04-01T06:33:54.518" v="213" actId="478"/>
          <ac:picMkLst>
            <pc:docMk/>
            <pc:sldMk cId="2747055121" sldId="258"/>
            <ac:picMk id="1030" creationId="{97878CF3-90E6-5BD2-F7F8-CBCDC00C090E}"/>
          </ac:picMkLst>
        </pc:picChg>
        <pc:picChg chg="add del mod">
          <ac:chgData name="Isa Lan" userId="945ba5853d06cfb5" providerId="LiveId" clId="{4BF6D3D9-5CF5-48F0-AB96-70EE9B74F7F8}" dt="2026-04-01T06:33:53.258" v="212" actId="478"/>
          <ac:picMkLst>
            <pc:docMk/>
            <pc:sldMk cId="2747055121" sldId="258"/>
            <ac:picMk id="1032" creationId="{D606DF40-B896-6F3A-FAF5-7754B9A000E8}"/>
          </ac:picMkLst>
        </pc:picChg>
        <pc:picChg chg="add del mod">
          <ac:chgData name="Isa Lan" userId="945ba5853d06cfb5" providerId="LiveId" clId="{4BF6D3D9-5CF5-48F0-AB96-70EE9B74F7F8}" dt="2026-04-01T07:29:40.666" v="235" actId="478"/>
          <ac:picMkLst>
            <pc:docMk/>
            <pc:sldMk cId="2747055121" sldId="258"/>
            <ac:picMk id="1034" creationId="{CCEC9F24-B970-8558-3951-8E6DE9DD6050}"/>
          </ac:picMkLst>
        </pc:picChg>
        <pc:picChg chg="add mod">
          <ac:chgData name="Isa Lan" userId="945ba5853d06cfb5" providerId="LiveId" clId="{4BF6D3D9-5CF5-48F0-AB96-70EE9B74F7F8}" dt="2026-04-01T10:42:39.747" v="457" actId="1035"/>
          <ac:picMkLst>
            <pc:docMk/>
            <pc:sldMk cId="2747055121" sldId="258"/>
            <ac:picMk id="1036" creationId="{AE376F89-EC41-8F46-4F3E-32837FACB90E}"/>
          </ac:picMkLst>
        </pc:picChg>
      </pc:sldChg>
      <pc:sldChg chg="addSp modSp new">
        <pc:chgData name="Isa Lan" userId="945ba5853d06cfb5" providerId="LiveId" clId="{4BF6D3D9-5CF5-48F0-AB96-70EE9B74F7F8}" dt="2026-04-01T07:38:17.922" v="261"/>
        <pc:sldMkLst>
          <pc:docMk/>
          <pc:sldMk cId="1209431417" sldId="259"/>
        </pc:sldMkLst>
        <pc:picChg chg="add mod">
          <ac:chgData name="Isa Lan" userId="945ba5853d06cfb5" providerId="LiveId" clId="{4BF6D3D9-5CF5-48F0-AB96-70EE9B74F7F8}" dt="2026-04-01T07:38:17.922" v="261"/>
          <ac:picMkLst>
            <pc:docMk/>
            <pc:sldMk cId="1209431417" sldId="259"/>
            <ac:picMk id="14" creationId="{E2A65885-D98A-6AC5-2504-ABC5C7D55A17}"/>
          </ac:picMkLst>
        </pc:picChg>
      </pc:sldChg>
      <pc:sldChg chg="addSp new del mod setBg">
        <pc:chgData name="Isa Lan" userId="945ba5853d06cfb5" providerId="LiveId" clId="{4BF6D3D9-5CF5-48F0-AB96-70EE9B74F7F8}" dt="2026-04-01T07:33:04.986" v="257" actId="47"/>
        <pc:sldMkLst>
          <pc:docMk/>
          <pc:sldMk cId="3184195519" sldId="259"/>
        </pc:sldMkLst>
        <pc:picChg chg="add">
          <ac:chgData name="Isa Lan" userId="945ba5853d06cfb5" providerId="LiveId" clId="{4BF6D3D9-5CF5-48F0-AB96-70EE9B74F7F8}" dt="2026-04-01T06:37:18.760" v="231" actId="22"/>
          <ac:picMkLst>
            <pc:docMk/>
            <pc:sldMk cId="3184195519" sldId="259"/>
            <ac:picMk id="3" creationId="{58376668-A496-30E4-91B5-BB3E74603B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76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B2617C-37AC-B496-AE41-DE5858E12103}"/>
              </a:ext>
            </a:extLst>
          </p:cNvPr>
          <p:cNvGrpSpPr/>
          <p:nvPr/>
        </p:nvGrpSpPr>
        <p:grpSpPr>
          <a:xfrm rot="10800000">
            <a:off x="777218" y="1711475"/>
            <a:ext cx="11730632" cy="5837736"/>
            <a:chOff x="-213317" y="-1117817"/>
            <a:chExt cx="11730631" cy="6170366"/>
          </a:xfrm>
          <a:solidFill>
            <a:srgbClr val="00B050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1B4C223-9E81-6A6D-FAD9-488B502D967B}"/>
                </a:ext>
              </a:extLst>
            </p:cNvPr>
            <p:cNvSpPr/>
            <p:nvPr/>
          </p:nvSpPr>
          <p:spPr>
            <a:xfrm>
              <a:off x="3892173" y="780048"/>
              <a:ext cx="4620378" cy="4272501"/>
            </a:xfrm>
            <a:custGeom>
              <a:avLst/>
              <a:gdLst>
                <a:gd name="csX0" fmla="*/ 4246775 w 4551680"/>
                <a:gd name="csY0" fmla="*/ 3413760 h 4551680"/>
                <a:gd name="csX1" fmla="*/ 2275840 w 4551680"/>
                <a:gd name="csY1" fmla="*/ 4551680 h 4551680"/>
                <a:gd name="csX2" fmla="*/ 304905 w 4551680"/>
                <a:gd name="csY2" fmla="*/ 3413760 h 4551680"/>
                <a:gd name="csX3" fmla="*/ 2275840 w 4551680"/>
                <a:gd name="csY3" fmla="*/ 2275840 h 4551680"/>
                <a:gd name="csX4" fmla="*/ 424677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74B32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6500" kern="1200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304A4C6-E121-C7DF-2108-6918DFFF9323}"/>
                </a:ext>
              </a:extLst>
            </p:cNvPr>
            <p:cNvSpPr/>
            <p:nvPr/>
          </p:nvSpPr>
          <p:spPr>
            <a:xfrm>
              <a:off x="4153086" y="378413"/>
              <a:ext cx="4521415" cy="4408626"/>
            </a:xfrm>
            <a:custGeom>
              <a:avLst/>
              <a:gdLst>
                <a:gd name="csX0" fmla="*/ 2275840 w 4551680"/>
                <a:gd name="csY0" fmla="*/ 0 h 4551680"/>
                <a:gd name="csX1" fmla="*/ 4246775 w 4551680"/>
                <a:gd name="csY1" fmla="*/ 1137920 h 4551680"/>
                <a:gd name="csX2" fmla="*/ 4246775 w 4551680"/>
                <a:gd name="csY2" fmla="*/ 3413760 h 4551680"/>
                <a:gd name="csX3" fmla="*/ 2275840 w 4551680"/>
                <a:gd name="csY3" fmla="*/ 2275840 h 4551680"/>
                <a:gd name="csX4" fmla="*/ 2275840 w 4551680"/>
                <a:gd name="csY4" fmla="*/ 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0066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4" tIns="1029293" rIns="592006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1BEDAAE-6A61-539E-35B4-1C9DFE6A460C}"/>
                </a:ext>
              </a:extLst>
            </p:cNvPr>
            <p:cNvSpPr/>
            <p:nvPr/>
          </p:nvSpPr>
          <p:spPr>
            <a:xfrm>
              <a:off x="3695053" y="386214"/>
              <a:ext cx="4558787" cy="4408628"/>
            </a:xfrm>
            <a:custGeom>
              <a:avLst/>
              <a:gdLst>
                <a:gd name="csX0" fmla="*/ 304905 w 4551680"/>
                <a:gd name="csY0" fmla="*/ 3413760 h 4551680"/>
                <a:gd name="csX1" fmla="*/ 304905 w 4551680"/>
                <a:gd name="csY1" fmla="*/ 1137920 h 4551680"/>
                <a:gd name="csX2" fmla="*/ 2275840 w 4551680"/>
                <a:gd name="csY2" fmla="*/ 0 h 4551680"/>
                <a:gd name="csX3" fmla="*/ 2275840 w 4551680"/>
                <a:gd name="csY3" fmla="*/ 2275840 h 4551680"/>
                <a:gd name="csX4" fmla="*/ 30490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/>
            </a:p>
          </p:txBody>
        </p:sp>
        <p:sp>
          <p:nvSpPr>
            <p:cNvPr id="7" name="Arrow: Circular 6">
              <a:extLst>
                <a:ext uri="{FF2B5EF4-FFF2-40B4-BE49-F238E27FC236}">
                  <a16:creationId xmlns:a16="http://schemas.microsoft.com/office/drawing/2014/main" id="{88B5D5F2-1E27-2202-CAD5-18AA22E01A45}"/>
                </a:ext>
              </a:extLst>
            </p:cNvPr>
            <p:cNvSpPr/>
            <p:nvPr/>
          </p:nvSpPr>
          <p:spPr>
            <a:xfrm>
              <a:off x="6402093" y="-1117817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Arrow: Circular 8">
              <a:extLst>
                <a:ext uri="{FF2B5EF4-FFF2-40B4-BE49-F238E27FC236}">
                  <a16:creationId xmlns:a16="http://schemas.microsoft.com/office/drawing/2014/main" id="{7550AF5D-D119-CD77-4416-9C04C0DD5EF8}"/>
                </a:ext>
              </a:extLst>
            </p:cNvPr>
            <p:cNvSpPr/>
            <p:nvPr/>
          </p:nvSpPr>
          <p:spPr>
            <a:xfrm>
              <a:off x="-213317" y="-1109019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6996C918-8F77-EC7F-CB34-11D4752BCAAE}"/>
              </a:ext>
            </a:extLst>
          </p:cNvPr>
          <p:cNvSpPr/>
          <p:nvPr/>
        </p:nvSpPr>
        <p:spPr>
          <a:xfrm>
            <a:off x="3026229" y="1197963"/>
            <a:ext cx="6131885" cy="5371566"/>
          </a:xfrm>
          <a:prstGeom prst="ellipse">
            <a:avLst/>
          </a:prstGeom>
          <a:noFill/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6E77B96C-8EA8-A6F4-5E95-FBBBDF0F63DA}"/>
              </a:ext>
            </a:extLst>
          </p:cNvPr>
          <p:cNvSpPr/>
          <p:nvPr/>
        </p:nvSpPr>
        <p:spPr>
          <a:xfrm>
            <a:off x="5425259" y="889367"/>
            <a:ext cx="1296670" cy="756293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Decision</a:t>
            </a:r>
            <a:endParaRPr lang="en-US" sz="14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A38D994E-BEB6-9954-7CC0-2050528FE41D}"/>
              </a:ext>
            </a:extLst>
          </p:cNvPr>
          <p:cNvSpPr/>
          <p:nvPr/>
        </p:nvSpPr>
        <p:spPr>
          <a:xfrm>
            <a:off x="2427199" y="3930265"/>
            <a:ext cx="1110966" cy="95960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EABFA04-5F8D-4FCE-A878-8B111C1FAEBF}"/>
              </a:ext>
            </a:extLst>
          </p:cNvPr>
          <p:cNvSpPr/>
          <p:nvPr/>
        </p:nvSpPr>
        <p:spPr>
          <a:xfrm>
            <a:off x="8714493" y="4017462"/>
            <a:ext cx="902555" cy="9815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3412D6D-20EC-A7DA-CA60-E5195A248D61}"/>
              </a:ext>
            </a:extLst>
          </p:cNvPr>
          <p:cNvSpPr/>
          <p:nvPr/>
        </p:nvSpPr>
        <p:spPr>
          <a:xfrm rot="10966019">
            <a:off x="9060059" y="3732585"/>
            <a:ext cx="174247" cy="308724"/>
          </a:xfrm>
          <a:prstGeom prst="triangle">
            <a:avLst>
              <a:gd name="adj" fmla="val 46661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CEB915E-F58B-FFB6-C6EF-6EACA1043984}"/>
              </a:ext>
            </a:extLst>
          </p:cNvPr>
          <p:cNvSpPr/>
          <p:nvPr/>
        </p:nvSpPr>
        <p:spPr>
          <a:xfrm rot="19503339">
            <a:off x="3213065" y="4871438"/>
            <a:ext cx="157281" cy="258792"/>
          </a:xfrm>
          <a:prstGeom prst="triangle">
            <a:avLst>
              <a:gd name="adj" fmla="val 73008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3AA9F90-0D84-1DFD-5588-A4FC77F1549C}"/>
              </a:ext>
            </a:extLst>
          </p:cNvPr>
          <p:cNvSpPr/>
          <p:nvPr/>
        </p:nvSpPr>
        <p:spPr>
          <a:xfrm rot="4530687">
            <a:off x="5183988" y="1174005"/>
            <a:ext cx="168549" cy="280752"/>
          </a:xfrm>
          <a:prstGeom prst="triangle">
            <a:avLst>
              <a:gd name="adj" fmla="val 5644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0234C0E9-42B1-7F35-314F-FEE2DAD1EEBC}"/>
              </a:ext>
            </a:extLst>
          </p:cNvPr>
          <p:cNvSpPr/>
          <p:nvPr/>
        </p:nvSpPr>
        <p:spPr>
          <a:xfrm>
            <a:off x="5234497" y="2165248"/>
            <a:ext cx="1874520" cy="7328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E387BBF-043C-1083-4B52-F1A1AFD35709}"/>
              </a:ext>
            </a:extLst>
          </p:cNvPr>
          <p:cNvSpPr/>
          <p:nvPr/>
        </p:nvSpPr>
        <p:spPr>
          <a:xfrm>
            <a:off x="3850945" y="4197848"/>
            <a:ext cx="1783080" cy="75117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90A70ADD-C8D4-D9B9-B17A-DD0891253773}"/>
              </a:ext>
            </a:extLst>
          </p:cNvPr>
          <p:cNvSpPr/>
          <p:nvPr/>
        </p:nvSpPr>
        <p:spPr>
          <a:xfrm>
            <a:off x="6548113" y="4197848"/>
            <a:ext cx="1783080" cy="75117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Agility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5D89EDC-6ADF-908B-CC4E-C7CD45055E2A}"/>
              </a:ext>
            </a:extLst>
          </p:cNvPr>
          <p:cNvSpPr/>
          <p:nvPr/>
        </p:nvSpPr>
        <p:spPr>
          <a:xfrm rot="1566028">
            <a:off x="3537871" y="2996107"/>
            <a:ext cx="2556044" cy="576067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&amp; Recalibrate</a:t>
            </a:r>
            <a:endParaRPr lang="en-US" sz="14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0C932C61-FD2F-3607-BEC0-25ECFF011559}"/>
              </a:ext>
            </a:extLst>
          </p:cNvPr>
          <p:cNvSpPr/>
          <p:nvPr/>
        </p:nvSpPr>
        <p:spPr>
          <a:xfrm rot="19982251">
            <a:off x="6083459" y="3099282"/>
            <a:ext cx="2514815" cy="403134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to Action</a:t>
            </a:r>
            <a:endParaRPr lang="en-US" sz="14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D39A0B9-45F8-477E-3D20-44D8C29B684E}"/>
              </a:ext>
            </a:extLst>
          </p:cNvPr>
          <p:cNvSpPr/>
          <p:nvPr/>
        </p:nvSpPr>
        <p:spPr>
          <a:xfrm rot="5400000">
            <a:off x="5218299" y="4716667"/>
            <a:ext cx="1772417" cy="731520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&amp; Correct</a:t>
            </a:r>
            <a:endParaRPr lang="en-US" sz="1400" dirty="0"/>
          </a:p>
        </p:txBody>
      </p:sp>
      <p:pic>
        <p:nvPicPr>
          <p:cNvPr id="1036" name="Picture 12" descr="Logo with white fill and no square">
            <a:extLst>
              <a:ext uri="{FF2B5EF4-FFF2-40B4-BE49-F238E27FC236}">
                <a16:creationId xmlns:a16="http://schemas.microsoft.com/office/drawing/2014/main" id="{AE376F89-EC41-8F46-4F3E-32837FACB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078" y="2936621"/>
            <a:ext cx="2690617" cy="193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055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2" descr="Logo with white fill and no square">
            <a:extLst>
              <a:ext uri="{FF2B5EF4-FFF2-40B4-BE49-F238E27FC236}">
                <a16:creationId xmlns:a16="http://schemas.microsoft.com/office/drawing/2014/main" id="{E2A65885-D98A-6AC5-2504-ABC5C7D55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141" y="3182584"/>
            <a:ext cx="2666238" cy="177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43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26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Island Capital Operating Rhythm Chart</dc:title>
  <dc:subject>Editable PowerPoint slide for Island Capital chart</dc:subject>
  <dc:creator>OpenAI</dc:creator>
  <cp:lastModifiedBy>Isa Lan</cp:lastModifiedBy>
  <cp:revision>3</cp:revision>
  <dcterms:created xsi:type="dcterms:W3CDTF">2026-03-29T17:20:03Z</dcterms:created>
  <dcterms:modified xsi:type="dcterms:W3CDTF">2026-04-01T10:42:48Z</dcterms:modified>
</cp:coreProperties>
</file>