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7EC234"/>
    <a:srgbClr val="008000"/>
    <a:srgbClr val="008080"/>
    <a:srgbClr val="006666"/>
    <a:srgbClr val="339966"/>
    <a:srgbClr val="88E840"/>
    <a:srgbClr val="A0D565"/>
    <a:srgbClr val="EEF7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38" y="29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 Lan" userId="945ba5853d06cfb5" providerId="LiveId" clId="{4BF6D3D9-5CF5-48F0-AB96-70EE9B74F7F8}"/>
    <pc:docChg chg="modSld">
      <pc:chgData name="Isa Lan" userId="945ba5853d06cfb5" providerId="LiveId" clId="{4BF6D3D9-5CF5-48F0-AB96-70EE9B74F7F8}" dt="2026-03-29T22:06:43.102" v="1" actId="14100"/>
      <pc:docMkLst>
        <pc:docMk/>
      </pc:docMkLst>
      <pc:sldChg chg="modSp mod">
        <pc:chgData name="Isa Lan" userId="945ba5853d06cfb5" providerId="LiveId" clId="{4BF6D3D9-5CF5-48F0-AB96-70EE9B74F7F8}" dt="2026-03-29T22:06:43.102" v="1" actId="14100"/>
        <pc:sldMkLst>
          <pc:docMk/>
          <pc:sldMk cId="2747055121" sldId="258"/>
        </pc:sldMkLst>
        <pc:spChg chg="mod">
          <ac:chgData name="Isa Lan" userId="945ba5853d06cfb5" providerId="LiveId" clId="{4BF6D3D9-5CF5-48F0-AB96-70EE9B74F7F8}" dt="2026-03-29T22:06:33.855" v="0" actId="14100"/>
          <ac:spMkLst>
            <pc:docMk/>
            <pc:sldMk cId="2747055121" sldId="258"/>
            <ac:spMk id="22" creationId="{0C932C61-FD2F-3607-BEC0-25ECFF011559}"/>
          </ac:spMkLst>
        </pc:spChg>
        <pc:spChg chg="mod">
          <ac:chgData name="Isa Lan" userId="945ba5853d06cfb5" providerId="LiveId" clId="{4BF6D3D9-5CF5-48F0-AB96-70EE9B74F7F8}" dt="2026-03-29T22:06:43.102" v="1" actId="14100"/>
          <ac:spMkLst>
            <pc:docMk/>
            <pc:sldMk cId="2747055121" sldId="258"/>
            <ac:spMk id="23" creationId="{4D39A0B9-45F8-477E-3D20-44D8C29B684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6761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EB2617C-37AC-B496-AE41-DE5858E12103}"/>
              </a:ext>
            </a:extLst>
          </p:cNvPr>
          <p:cNvGrpSpPr/>
          <p:nvPr/>
        </p:nvGrpSpPr>
        <p:grpSpPr>
          <a:xfrm rot="10800000">
            <a:off x="777218" y="1711475"/>
            <a:ext cx="11730632" cy="5837736"/>
            <a:chOff x="-213317" y="-1117817"/>
            <a:chExt cx="11730631" cy="6170366"/>
          </a:xfrm>
          <a:solidFill>
            <a:srgbClr val="00B050"/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7304A4C6-E121-C7DF-2108-6918DFFF9323}"/>
                </a:ext>
              </a:extLst>
            </p:cNvPr>
            <p:cNvSpPr/>
            <p:nvPr/>
          </p:nvSpPr>
          <p:spPr>
            <a:xfrm>
              <a:off x="4153086" y="378413"/>
              <a:ext cx="4521415" cy="4408626"/>
            </a:xfrm>
            <a:custGeom>
              <a:avLst/>
              <a:gdLst>
                <a:gd name="csX0" fmla="*/ 2275840 w 4551680"/>
                <a:gd name="csY0" fmla="*/ 0 h 4551680"/>
                <a:gd name="csX1" fmla="*/ 4246775 w 4551680"/>
                <a:gd name="csY1" fmla="*/ 1137920 h 4551680"/>
                <a:gd name="csX2" fmla="*/ 4246775 w 4551680"/>
                <a:gd name="csY2" fmla="*/ 3413760 h 4551680"/>
                <a:gd name="csX3" fmla="*/ 2275840 w 4551680"/>
                <a:gd name="csY3" fmla="*/ 2275840 h 4551680"/>
                <a:gd name="csX4" fmla="*/ 2275840 w 4551680"/>
                <a:gd name="csY4" fmla="*/ 0 h 4551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0066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63614" tIns="1029293" rIns="592006" bIns="2297261" numCol="1" spcCol="1270" anchor="ctr" anchorCtr="0">
              <a:noAutofit/>
            </a:bodyPr>
            <a:lstStyle/>
            <a:p>
              <a:pPr marL="0" lvl="0" indent="0" algn="ctr" defTabSz="2266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5100" kern="1200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1B4C223-9E81-6A6D-FAD9-488B502D967B}"/>
                </a:ext>
              </a:extLst>
            </p:cNvPr>
            <p:cNvSpPr/>
            <p:nvPr/>
          </p:nvSpPr>
          <p:spPr>
            <a:xfrm>
              <a:off x="3892173" y="780048"/>
              <a:ext cx="4620378" cy="4272501"/>
            </a:xfrm>
            <a:custGeom>
              <a:avLst/>
              <a:gdLst>
                <a:gd name="csX0" fmla="*/ 4246775 w 4551680"/>
                <a:gd name="csY0" fmla="*/ 3413760 h 4551680"/>
                <a:gd name="csX1" fmla="*/ 2275840 w 4551680"/>
                <a:gd name="csY1" fmla="*/ 4551680 h 4551680"/>
                <a:gd name="csX2" fmla="*/ 304905 w 4551680"/>
                <a:gd name="csY2" fmla="*/ 3413760 h 4551680"/>
                <a:gd name="csX3" fmla="*/ 2275840 w 4551680"/>
                <a:gd name="csY3" fmla="*/ 2275840 h 4551680"/>
                <a:gd name="csX4" fmla="*/ 4246775 w 4551680"/>
                <a:gd name="csY4" fmla="*/ 3413760 h 4551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7EC234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6284" tIns="3035723" rIns="1112096" bIns="488951" numCol="1" spcCol="1270" anchor="ctr" anchorCtr="0">
              <a:noAutofit/>
            </a:bodyPr>
            <a:lstStyle/>
            <a:p>
              <a:pPr marL="0" lvl="0" indent="0"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6500" kern="1200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1BEDAAE-6A61-539E-35B4-1C9DFE6A460C}"/>
                </a:ext>
              </a:extLst>
            </p:cNvPr>
            <p:cNvSpPr/>
            <p:nvPr/>
          </p:nvSpPr>
          <p:spPr>
            <a:xfrm>
              <a:off x="3695053" y="386214"/>
              <a:ext cx="4558787" cy="4408628"/>
            </a:xfrm>
            <a:custGeom>
              <a:avLst/>
              <a:gdLst>
                <a:gd name="csX0" fmla="*/ 304905 w 4551680"/>
                <a:gd name="csY0" fmla="*/ 3413760 h 4551680"/>
                <a:gd name="csX1" fmla="*/ 304905 w 4551680"/>
                <a:gd name="csY1" fmla="*/ 1137920 h 4551680"/>
                <a:gd name="csX2" fmla="*/ 2275840 w 4551680"/>
                <a:gd name="csY2" fmla="*/ 0 h 4551680"/>
                <a:gd name="csX3" fmla="*/ 2275840 w 4551680"/>
                <a:gd name="csY3" fmla="*/ 2275840 h 4551680"/>
                <a:gd name="csX4" fmla="*/ 304905 w 4551680"/>
                <a:gd name="csY4" fmla="*/ 3413760 h 4551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2007" tIns="1029293" rIns="2463613" bIns="2297261" numCol="1" spcCol="1270" anchor="ctr" anchorCtr="0">
              <a:noAutofit/>
            </a:bodyPr>
            <a:lstStyle/>
            <a:p>
              <a:pPr marL="0" lvl="0" indent="0" algn="ctr" defTabSz="2266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5100" kern="1200"/>
            </a:p>
          </p:txBody>
        </p:sp>
        <p:sp>
          <p:nvSpPr>
            <p:cNvPr id="7" name="Arrow: Circular 6">
              <a:extLst>
                <a:ext uri="{FF2B5EF4-FFF2-40B4-BE49-F238E27FC236}">
                  <a16:creationId xmlns:a16="http://schemas.microsoft.com/office/drawing/2014/main" id="{88B5D5F2-1E27-2202-CAD5-18AA22E01A45}"/>
                </a:ext>
              </a:extLst>
            </p:cNvPr>
            <p:cNvSpPr/>
            <p:nvPr/>
          </p:nvSpPr>
          <p:spPr>
            <a:xfrm>
              <a:off x="6402093" y="-1117817"/>
              <a:ext cx="5115221" cy="5115221"/>
            </a:xfrm>
            <a:prstGeom prst="circularArrow">
              <a:avLst>
                <a:gd name="adj1" fmla="val 5085"/>
                <a:gd name="adj2" fmla="val 327528"/>
                <a:gd name="adj3" fmla="val 1472472"/>
                <a:gd name="adj4" fmla="val 16199432"/>
                <a:gd name="adj5" fmla="val 5932"/>
              </a:avLst>
            </a:prstGeom>
            <a:no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9" name="Arrow: Circular 8">
              <a:extLst>
                <a:ext uri="{FF2B5EF4-FFF2-40B4-BE49-F238E27FC236}">
                  <a16:creationId xmlns:a16="http://schemas.microsoft.com/office/drawing/2014/main" id="{7550AF5D-D119-CD77-4416-9C04C0DD5EF8}"/>
                </a:ext>
              </a:extLst>
            </p:cNvPr>
            <p:cNvSpPr/>
            <p:nvPr/>
          </p:nvSpPr>
          <p:spPr>
            <a:xfrm>
              <a:off x="-213317" y="-1109019"/>
              <a:ext cx="5115221" cy="5115221"/>
            </a:xfrm>
            <a:prstGeom prst="circularArrow">
              <a:avLst>
                <a:gd name="adj1" fmla="val 5085"/>
                <a:gd name="adj2" fmla="val 327528"/>
                <a:gd name="adj3" fmla="val 15873039"/>
                <a:gd name="adj4" fmla="val 9000000"/>
                <a:gd name="adj5" fmla="val 5932"/>
              </a:avLst>
            </a:prstGeom>
            <a:no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6996C918-8F77-EC7F-CB34-11D4752BCAAE}"/>
              </a:ext>
            </a:extLst>
          </p:cNvPr>
          <p:cNvSpPr/>
          <p:nvPr/>
        </p:nvSpPr>
        <p:spPr>
          <a:xfrm>
            <a:off x="3026229" y="1207759"/>
            <a:ext cx="6131885" cy="5361770"/>
          </a:xfrm>
          <a:prstGeom prst="ellipse">
            <a:avLst/>
          </a:prstGeom>
          <a:noFill/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6E77B96C-8EA8-A6F4-5E95-FBBBDF0F63DA}"/>
              </a:ext>
            </a:extLst>
          </p:cNvPr>
          <p:cNvSpPr/>
          <p:nvPr/>
        </p:nvSpPr>
        <p:spPr>
          <a:xfrm>
            <a:off x="5425259" y="890746"/>
            <a:ext cx="1296670" cy="75491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&amp;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Decision</a:t>
            </a:r>
            <a:endParaRPr lang="en-US" sz="14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A38D994E-BEB6-9954-7CC0-2050528FE41D}"/>
              </a:ext>
            </a:extLst>
          </p:cNvPr>
          <p:cNvSpPr/>
          <p:nvPr/>
        </p:nvSpPr>
        <p:spPr>
          <a:xfrm>
            <a:off x="2427199" y="3932015"/>
            <a:ext cx="1110966" cy="957857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14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1EABFA04-5F8D-4FCE-A878-8B111C1FAEBF}"/>
              </a:ext>
            </a:extLst>
          </p:cNvPr>
          <p:cNvSpPr/>
          <p:nvPr/>
        </p:nvSpPr>
        <p:spPr>
          <a:xfrm>
            <a:off x="8714493" y="4019252"/>
            <a:ext cx="902555" cy="97971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B3412D6D-20EC-A7DA-CA60-E5195A248D61}"/>
              </a:ext>
            </a:extLst>
          </p:cNvPr>
          <p:cNvSpPr/>
          <p:nvPr/>
        </p:nvSpPr>
        <p:spPr>
          <a:xfrm rot="10966019">
            <a:off x="9060047" y="3733148"/>
            <a:ext cx="174247" cy="308161"/>
          </a:xfrm>
          <a:prstGeom prst="triangle">
            <a:avLst>
              <a:gd name="adj" fmla="val 46661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FCEB915E-F58B-FFB6-C6EF-6EACA1043984}"/>
              </a:ext>
            </a:extLst>
          </p:cNvPr>
          <p:cNvSpPr/>
          <p:nvPr/>
        </p:nvSpPr>
        <p:spPr>
          <a:xfrm rot="19503339">
            <a:off x="3213200" y="4871867"/>
            <a:ext cx="157281" cy="258320"/>
          </a:xfrm>
          <a:prstGeom prst="triangle">
            <a:avLst>
              <a:gd name="adj" fmla="val 73008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83AA9F90-0D84-1DFD-5588-A4FC77F1549C}"/>
              </a:ext>
            </a:extLst>
          </p:cNvPr>
          <p:cNvSpPr/>
          <p:nvPr/>
        </p:nvSpPr>
        <p:spPr>
          <a:xfrm rot="4530687">
            <a:off x="5184180" y="1174153"/>
            <a:ext cx="168242" cy="280752"/>
          </a:xfrm>
          <a:prstGeom prst="triangle">
            <a:avLst>
              <a:gd name="adj" fmla="val 5644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0234C0E9-42B1-7F35-314F-FEE2DAD1EEBC}"/>
              </a:ext>
            </a:extLst>
          </p:cNvPr>
          <p:cNvSpPr/>
          <p:nvPr/>
        </p:nvSpPr>
        <p:spPr>
          <a:xfrm>
            <a:off x="5234497" y="2166584"/>
            <a:ext cx="1874520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</a:t>
            </a:r>
            <a:endParaRPr lang="en-US" sz="21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Alignment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E387BBF-043C-1083-4B52-F1A1AFD35709}"/>
              </a:ext>
            </a:extLst>
          </p:cNvPr>
          <p:cNvSpPr/>
          <p:nvPr/>
        </p:nvSpPr>
        <p:spPr>
          <a:xfrm>
            <a:off x="3850945" y="4199218"/>
            <a:ext cx="1783080" cy="7498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21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90A70ADD-C8D4-D9B9-B17A-DD0891253773}"/>
              </a:ext>
            </a:extLst>
          </p:cNvPr>
          <p:cNvSpPr/>
          <p:nvPr/>
        </p:nvSpPr>
        <p:spPr>
          <a:xfrm>
            <a:off x="6548113" y="4199218"/>
            <a:ext cx="1783080" cy="7498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</a:t>
            </a:r>
            <a:endParaRPr lang="en-US" sz="21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Agility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95D89EDC-6ADF-908B-CC4E-C7CD45055E2A}"/>
              </a:ext>
            </a:extLst>
          </p:cNvPr>
          <p:cNvSpPr/>
          <p:nvPr/>
        </p:nvSpPr>
        <p:spPr>
          <a:xfrm rot="1566028">
            <a:off x="4066058" y="3119587"/>
            <a:ext cx="1999235" cy="575016"/>
          </a:xfrm>
          <a:prstGeom prst="rect">
            <a:avLst/>
          </a:prstGeom>
          <a:solidFill>
            <a:srgbClr val="F4F5F0">
              <a:alpha val="0"/>
            </a:srgbClr>
          </a:solidFill>
          <a:ln>
            <a:solidFill>
              <a:srgbClr val="F4F5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&amp; Recalibrate</a:t>
            </a:r>
            <a:endParaRPr lang="en-US" sz="14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0C932C61-FD2F-3607-BEC0-25ECFF011559}"/>
              </a:ext>
            </a:extLst>
          </p:cNvPr>
          <p:cNvSpPr/>
          <p:nvPr/>
        </p:nvSpPr>
        <p:spPr>
          <a:xfrm rot="19982251">
            <a:off x="6149689" y="3258639"/>
            <a:ext cx="1743567" cy="340548"/>
          </a:xfrm>
          <a:prstGeom prst="rect">
            <a:avLst/>
          </a:prstGeom>
          <a:solidFill>
            <a:srgbClr val="F4F5F0">
              <a:alpha val="0"/>
            </a:srgbClr>
          </a:solidFill>
          <a:ln>
            <a:solidFill>
              <a:srgbClr val="F4F5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to Action</a:t>
            </a:r>
            <a:endParaRPr lang="en-US" sz="14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4D39A0B9-45F8-477E-3D20-44D8C29B684E}"/>
              </a:ext>
            </a:extLst>
          </p:cNvPr>
          <p:cNvSpPr/>
          <p:nvPr/>
        </p:nvSpPr>
        <p:spPr>
          <a:xfrm rot="5400000">
            <a:off x="5282425" y="4655541"/>
            <a:ext cx="1644165" cy="731520"/>
          </a:xfrm>
          <a:prstGeom prst="rect">
            <a:avLst/>
          </a:prstGeom>
          <a:solidFill>
            <a:srgbClr val="F4F5F0">
              <a:alpha val="0"/>
            </a:srgbClr>
          </a:solidFill>
          <a:ln>
            <a:solidFill>
              <a:srgbClr val="F4F5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&amp; Correct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47055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32F5-151D-1902-6592-396AF6410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DF38A5-6E09-4AB7-414F-D4A555A03AC5}"/>
              </a:ext>
            </a:extLst>
          </p:cNvPr>
          <p:cNvGrpSpPr/>
          <p:nvPr/>
        </p:nvGrpSpPr>
        <p:grpSpPr>
          <a:xfrm rot="10800000">
            <a:off x="-452873" y="1314150"/>
            <a:ext cx="11730632" cy="5837736"/>
            <a:chOff x="-213317" y="-1117817"/>
            <a:chExt cx="11730631" cy="6170366"/>
          </a:xfrm>
          <a:solidFill>
            <a:srgbClr val="00B050"/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D0DED5E6-8A9B-CDEA-B639-6524807C361C}"/>
                </a:ext>
              </a:extLst>
            </p:cNvPr>
            <p:cNvSpPr/>
            <p:nvPr/>
          </p:nvSpPr>
          <p:spPr>
            <a:xfrm>
              <a:off x="4153086" y="378413"/>
              <a:ext cx="4521415" cy="4408626"/>
            </a:xfrm>
            <a:custGeom>
              <a:avLst/>
              <a:gdLst>
                <a:gd name="csX0" fmla="*/ 2275840 w 4551680"/>
                <a:gd name="csY0" fmla="*/ 0 h 4551680"/>
                <a:gd name="csX1" fmla="*/ 4246775 w 4551680"/>
                <a:gd name="csY1" fmla="*/ 1137920 h 4551680"/>
                <a:gd name="csX2" fmla="*/ 4246775 w 4551680"/>
                <a:gd name="csY2" fmla="*/ 3413760 h 4551680"/>
                <a:gd name="csX3" fmla="*/ 2275840 w 4551680"/>
                <a:gd name="csY3" fmla="*/ 2275840 h 4551680"/>
                <a:gd name="csX4" fmla="*/ 2275840 w 4551680"/>
                <a:gd name="csY4" fmla="*/ 0 h 4551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0066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63614" tIns="1029293" rIns="592006" bIns="2297261" numCol="1" spcCol="1270" anchor="ctr" anchorCtr="0">
              <a:noAutofit/>
            </a:bodyPr>
            <a:lstStyle/>
            <a:p>
              <a:pPr marL="0" lvl="0" indent="0" algn="ctr" defTabSz="2266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5100" kern="1200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655A40A-D0D4-AEAB-B0B1-2876E90A2647}"/>
                </a:ext>
              </a:extLst>
            </p:cNvPr>
            <p:cNvSpPr/>
            <p:nvPr/>
          </p:nvSpPr>
          <p:spPr>
            <a:xfrm>
              <a:off x="3892173" y="780048"/>
              <a:ext cx="4620378" cy="4272501"/>
            </a:xfrm>
            <a:custGeom>
              <a:avLst/>
              <a:gdLst>
                <a:gd name="csX0" fmla="*/ 4246775 w 4551680"/>
                <a:gd name="csY0" fmla="*/ 3413760 h 4551680"/>
                <a:gd name="csX1" fmla="*/ 2275840 w 4551680"/>
                <a:gd name="csY1" fmla="*/ 4551680 h 4551680"/>
                <a:gd name="csX2" fmla="*/ 304905 w 4551680"/>
                <a:gd name="csY2" fmla="*/ 3413760 h 4551680"/>
                <a:gd name="csX3" fmla="*/ 2275840 w 4551680"/>
                <a:gd name="csY3" fmla="*/ 2275840 h 4551680"/>
                <a:gd name="csX4" fmla="*/ 4246775 w 4551680"/>
                <a:gd name="csY4" fmla="*/ 3413760 h 4551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7EC234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6284" tIns="3035723" rIns="1112096" bIns="488951" numCol="1" spcCol="1270" anchor="ctr" anchorCtr="0">
              <a:noAutofit/>
            </a:bodyPr>
            <a:lstStyle/>
            <a:p>
              <a:pPr marL="0" lvl="0" indent="0"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6500" kern="1200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592B28F-CFC3-F287-562B-ED71831EBEC1}"/>
                </a:ext>
              </a:extLst>
            </p:cNvPr>
            <p:cNvSpPr/>
            <p:nvPr/>
          </p:nvSpPr>
          <p:spPr>
            <a:xfrm>
              <a:off x="3695053" y="386214"/>
              <a:ext cx="4558787" cy="4408628"/>
            </a:xfrm>
            <a:custGeom>
              <a:avLst/>
              <a:gdLst>
                <a:gd name="csX0" fmla="*/ 304905 w 4551680"/>
                <a:gd name="csY0" fmla="*/ 3413760 h 4551680"/>
                <a:gd name="csX1" fmla="*/ 304905 w 4551680"/>
                <a:gd name="csY1" fmla="*/ 1137920 h 4551680"/>
                <a:gd name="csX2" fmla="*/ 2275840 w 4551680"/>
                <a:gd name="csY2" fmla="*/ 0 h 4551680"/>
                <a:gd name="csX3" fmla="*/ 2275840 w 4551680"/>
                <a:gd name="csY3" fmla="*/ 2275840 h 4551680"/>
                <a:gd name="csX4" fmla="*/ 304905 w 4551680"/>
                <a:gd name="csY4" fmla="*/ 3413760 h 4551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2007" tIns="1029293" rIns="2463613" bIns="2297261" numCol="1" spcCol="1270" anchor="ctr" anchorCtr="0">
              <a:noAutofit/>
            </a:bodyPr>
            <a:lstStyle/>
            <a:p>
              <a:pPr marL="0" lvl="0" indent="0" algn="ctr" defTabSz="2266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5100" kern="1200"/>
            </a:p>
          </p:txBody>
        </p:sp>
        <p:sp>
          <p:nvSpPr>
            <p:cNvPr id="7" name="Arrow: Circular 6">
              <a:extLst>
                <a:ext uri="{FF2B5EF4-FFF2-40B4-BE49-F238E27FC236}">
                  <a16:creationId xmlns:a16="http://schemas.microsoft.com/office/drawing/2014/main" id="{4551FBA2-E9C3-A3A4-CB46-5FD3257F2B2E}"/>
                </a:ext>
              </a:extLst>
            </p:cNvPr>
            <p:cNvSpPr/>
            <p:nvPr/>
          </p:nvSpPr>
          <p:spPr>
            <a:xfrm>
              <a:off x="6402093" y="-1117817"/>
              <a:ext cx="5115221" cy="5115221"/>
            </a:xfrm>
            <a:prstGeom prst="circularArrow">
              <a:avLst>
                <a:gd name="adj1" fmla="val 5085"/>
                <a:gd name="adj2" fmla="val 327528"/>
                <a:gd name="adj3" fmla="val 1472472"/>
                <a:gd name="adj4" fmla="val 16199432"/>
                <a:gd name="adj5" fmla="val 5932"/>
              </a:avLst>
            </a:prstGeom>
            <a:no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9" name="Arrow: Circular 8">
              <a:extLst>
                <a:ext uri="{FF2B5EF4-FFF2-40B4-BE49-F238E27FC236}">
                  <a16:creationId xmlns:a16="http://schemas.microsoft.com/office/drawing/2014/main" id="{453E6E20-294E-7713-100D-AC7E82068C82}"/>
                </a:ext>
              </a:extLst>
            </p:cNvPr>
            <p:cNvSpPr/>
            <p:nvPr/>
          </p:nvSpPr>
          <p:spPr>
            <a:xfrm>
              <a:off x="-213317" y="-1109019"/>
              <a:ext cx="5115221" cy="5115221"/>
            </a:xfrm>
            <a:prstGeom prst="circularArrow">
              <a:avLst>
                <a:gd name="adj1" fmla="val 5085"/>
                <a:gd name="adj2" fmla="val 327528"/>
                <a:gd name="adj3" fmla="val 15873039"/>
                <a:gd name="adj4" fmla="val 9000000"/>
                <a:gd name="adj5" fmla="val 5932"/>
              </a:avLst>
            </a:prstGeom>
            <a:no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1F55BE57-EE54-32DC-D62C-6EDAFD540AB3}"/>
              </a:ext>
            </a:extLst>
          </p:cNvPr>
          <p:cNvSpPr/>
          <p:nvPr/>
        </p:nvSpPr>
        <p:spPr>
          <a:xfrm>
            <a:off x="1796138" y="810434"/>
            <a:ext cx="6131885" cy="5361770"/>
          </a:xfrm>
          <a:prstGeom prst="ellipse">
            <a:avLst/>
          </a:prstGeom>
          <a:noFill/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372095C0-7053-24C3-6DF6-6CCB0189B97A}"/>
              </a:ext>
            </a:extLst>
          </p:cNvPr>
          <p:cNvSpPr/>
          <p:nvPr/>
        </p:nvSpPr>
        <p:spPr>
          <a:xfrm>
            <a:off x="4356818" y="3092654"/>
            <a:ext cx="987702" cy="897503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0FFECA42-6659-EFAA-22CB-605B7F2898CF}"/>
              </a:ext>
            </a:extLst>
          </p:cNvPr>
          <p:cNvSpPr/>
          <p:nvPr/>
        </p:nvSpPr>
        <p:spPr>
          <a:xfrm>
            <a:off x="4195168" y="493421"/>
            <a:ext cx="1296670" cy="75491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</a:t>
            </a: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BFE89F9A-D1C8-1CBF-BA30-603134A77279}"/>
              </a:ext>
            </a:extLst>
          </p:cNvPr>
          <p:cNvSpPr/>
          <p:nvPr/>
        </p:nvSpPr>
        <p:spPr>
          <a:xfrm>
            <a:off x="1311568" y="3608282"/>
            <a:ext cx="1110966" cy="76375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14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5399DEDC-5FAE-C68A-CD8D-9C8FAD21B664}"/>
              </a:ext>
            </a:extLst>
          </p:cNvPr>
          <p:cNvSpPr/>
          <p:nvPr/>
        </p:nvSpPr>
        <p:spPr>
          <a:xfrm>
            <a:off x="7389194" y="3648011"/>
            <a:ext cx="902555" cy="746125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0F4452B7-7128-3ECF-9466-B13A7EB03464}"/>
              </a:ext>
            </a:extLst>
          </p:cNvPr>
          <p:cNvSpPr/>
          <p:nvPr/>
        </p:nvSpPr>
        <p:spPr>
          <a:xfrm rot="10966019">
            <a:off x="7829956" y="3335823"/>
            <a:ext cx="174247" cy="308161"/>
          </a:xfrm>
          <a:prstGeom prst="triangle">
            <a:avLst>
              <a:gd name="adj" fmla="val 46661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FFAAAD4-2906-40E9-11A7-994FE5DDEBDF}"/>
              </a:ext>
            </a:extLst>
          </p:cNvPr>
          <p:cNvSpPr/>
          <p:nvPr/>
        </p:nvSpPr>
        <p:spPr>
          <a:xfrm rot="19503339">
            <a:off x="1914402" y="4372329"/>
            <a:ext cx="157281" cy="258320"/>
          </a:xfrm>
          <a:prstGeom prst="triangle">
            <a:avLst>
              <a:gd name="adj" fmla="val 73008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1219C4E-EC7C-942E-F54C-07E740F29236}"/>
              </a:ext>
            </a:extLst>
          </p:cNvPr>
          <p:cNvSpPr/>
          <p:nvPr/>
        </p:nvSpPr>
        <p:spPr>
          <a:xfrm rot="4530687">
            <a:off x="3964975" y="776828"/>
            <a:ext cx="168242" cy="280752"/>
          </a:xfrm>
          <a:prstGeom prst="triangle">
            <a:avLst>
              <a:gd name="adj" fmla="val 5644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EB274988-2DEE-7778-6B6B-4B7AD0C10862}"/>
              </a:ext>
            </a:extLst>
          </p:cNvPr>
          <p:cNvSpPr/>
          <p:nvPr/>
        </p:nvSpPr>
        <p:spPr>
          <a:xfrm>
            <a:off x="4004406" y="1828972"/>
            <a:ext cx="1874520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</a:t>
            </a:r>
            <a:endParaRPr lang="en-US" sz="21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Alignment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2DC5C232-315E-BA61-2B25-85F7D68DF58C}"/>
              </a:ext>
            </a:extLst>
          </p:cNvPr>
          <p:cNvSpPr/>
          <p:nvPr/>
        </p:nvSpPr>
        <p:spPr>
          <a:xfrm>
            <a:off x="2620854" y="3801893"/>
            <a:ext cx="1783080" cy="7498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21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34B04B72-9F63-A355-A5BD-BD78B83C3671}"/>
              </a:ext>
            </a:extLst>
          </p:cNvPr>
          <p:cNvSpPr/>
          <p:nvPr/>
        </p:nvSpPr>
        <p:spPr>
          <a:xfrm>
            <a:off x="5318022" y="3801893"/>
            <a:ext cx="1783080" cy="7498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</a:t>
            </a:r>
            <a:endParaRPr lang="en-US" sz="21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Agility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D8C73478-0AAA-759A-BD91-F9D4ED10CC8C}"/>
              </a:ext>
            </a:extLst>
          </p:cNvPr>
          <p:cNvSpPr/>
          <p:nvPr/>
        </p:nvSpPr>
        <p:spPr>
          <a:xfrm rot="1502798">
            <a:off x="2623694" y="2618845"/>
            <a:ext cx="1999235" cy="575016"/>
          </a:xfrm>
          <a:prstGeom prst="rect">
            <a:avLst/>
          </a:prstGeom>
          <a:solidFill>
            <a:srgbClr val="F4F5F0">
              <a:alpha val="0"/>
            </a:srgbClr>
          </a:solidFill>
          <a:ln>
            <a:solidFill>
              <a:srgbClr val="F4F5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Recalibrate</a:t>
            </a:r>
            <a:endParaRPr lang="en-US" sz="14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AABD7937-779E-8DBF-9BB9-7627480DB2E1}"/>
              </a:ext>
            </a:extLst>
          </p:cNvPr>
          <p:cNvSpPr/>
          <p:nvPr/>
        </p:nvSpPr>
        <p:spPr>
          <a:xfrm rot="19982251">
            <a:off x="4887804" y="2728692"/>
            <a:ext cx="2328571" cy="340548"/>
          </a:xfrm>
          <a:prstGeom prst="rect">
            <a:avLst/>
          </a:prstGeom>
          <a:solidFill>
            <a:srgbClr val="F4F5F0">
              <a:alpha val="0"/>
            </a:srgbClr>
          </a:solidFill>
          <a:ln>
            <a:solidFill>
              <a:srgbClr val="F4F5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to Action</a:t>
            </a:r>
            <a:endParaRPr lang="en-US" sz="14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2A26FE33-4F40-90E7-E844-767182C6FD2A}"/>
              </a:ext>
            </a:extLst>
          </p:cNvPr>
          <p:cNvSpPr/>
          <p:nvPr/>
        </p:nvSpPr>
        <p:spPr>
          <a:xfrm rot="5400000">
            <a:off x="4238090" y="4443971"/>
            <a:ext cx="1272654" cy="731520"/>
          </a:xfrm>
          <a:prstGeom prst="rect">
            <a:avLst/>
          </a:prstGeom>
          <a:solidFill>
            <a:srgbClr val="F4F5F0">
              <a:alpha val="0"/>
            </a:srgbClr>
          </a:solidFill>
          <a:ln>
            <a:solidFill>
              <a:srgbClr val="F4F5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&amp; Correct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883358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42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Aptos</vt:lpstr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Island Capital Operating Rhythm Chart</dc:title>
  <dc:subject>Editable PowerPoint slide for Island Capital chart</dc:subject>
  <dc:creator>OpenAI</dc:creator>
  <cp:lastModifiedBy>Isa Lan</cp:lastModifiedBy>
  <cp:revision>2</cp:revision>
  <dcterms:created xsi:type="dcterms:W3CDTF">2026-03-29T17:20:03Z</dcterms:created>
  <dcterms:modified xsi:type="dcterms:W3CDTF">2026-03-29T22:06:43Z</dcterms:modified>
</cp:coreProperties>
</file>