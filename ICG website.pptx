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56" d="100"/>
          <a:sy n="56" d="100"/>
        </p:scale>
        <p:origin x="45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custSel modSld">
      <pc:chgData name="Isa Lan" userId="945ba5853d06cfb5" providerId="LiveId" clId="{4BF6D3D9-5CF5-48F0-AB96-70EE9B74F7F8}" dt="2026-03-10T02:02:59.316" v="3" actId="14100"/>
      <pc:docMkLst>
        <pc:docMk/>
      </pc:docMkLst>
      <pc:sldChg chg="addSp delSp modSp mod">
        <pc:chgData name="Isa Lan" userId="945ba5853d06cfb5" providerId="LiveId" clId="{4BF6D3D9-5CF5-48F0-AB96-70EE9B74F7F8}" dt="2026-03-10T02:02:59.316" v="3" actId="14100"/>
        <pc:sldMkLst>
          <pc:docMk/>
          <pc:sldMk cId="3565251148" sldId="256"/>
        </pc:sldMkLst>
        <pc:spChg chg="add mod">
          <ac:chgData name="Isa Lan" userId="945ba5853d06cfb5" providerId="LiveId" clId="{4BF6D3D9-5CF5-48F0-AB96-70EE9B74F7F8}" dt="2026-03-10T02:02:59.316" v="3" actId="14100"/>
          <ac:spMkLst>
            <pc:docMk/>
            <pc:sldMk cId="3565251148" sldId="256"/>
            <ac:spMk id="7" creationId="{007F746C-C7FC-70B7-1C5F-6005AB8F0E81}"/>
          </ac:spMkLst>
        </pc:spChg>
        <pc:picChg chg="del">
          <ac:chgData name="Isa Lan" userId="945ba5853d06cfb5" providerId="LiveId" clId="{4BF6D3D9-5CF5-48F0-AB96-70EE9B74F7F8}" dt="2026-03-10T02:02:45.101" v="0" actId="478"/>
          <ac:picMkLst>
            <pc:docMk/>
            <pc:sldMk cId="3565251148" sldId="256"/>
            <ac:picMk id="5" creationId="{5B7105C4-361F-20CE-1992-9563042EC0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BF79-24F1-AB29-1D16-315DF76A3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3294D-61CE-EA3E-203C-FDDC435D6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D4D8-BABD-5721-DC4F-33DF681A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4BA7E-3179-458F-840A-4F42A7CD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9C05-C28A-8B60-487B-AE057908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46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ECF5-A00C-8936-7A16-D4C249DD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F6DC-1180-40A5-2E4B-72804527C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E06C9-935C-13D7-35A2-4535ADE0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71E9-1110-38E7-74B2-7B0878EB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91B62-AA48-825F-72FD-F9A9C838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19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BD12-5CD3-46E5-68E5-739A1023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ED28E-42D2-CB9A-4D55-0076BDB61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8D1B6-092B-2878-AE0D-B5F5E762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4902-B72F-E707-055A-5ACB496B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44F8-0D4E-4921-AF0D-9073BA81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86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6C9C-CF48-7A63-64D9-A2645DBE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ED85-67A0-A747-A4E4-1A6D8C8B3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3FEDD-F7F4-E8E2-8366-CBC854D03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1004-1078-57EE-958E-355BAA92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05F1A-0CD4-21FA-3D54-352DCE17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189E-F396-F802-5DC6-9A23B259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580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E60B-5F38-1B44-7E95-0B944AB0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9EB5A-E26A-8E51-E892-D2DB2B7A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BC722-7D52-4A0E-2750-E96BE6650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81777-86CB-BE9E-B15D-136394F6E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66563-0D10-2A2C-1088-BA3BBA223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EE33F-56CC-FFFA-F241-E5700098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4AAE4-D4A1-5752-6D91-34B2CA1D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EEFC0-2AF9-C015-3298-648CCF1C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55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7F13-AF06-83EA-56E2-B72AA377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3A665-0619-0FCB-E9CE-81489A1C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08ECB-49D5-C386-385C-265F9277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93488-BC41-BDD4-FA86-5F6263D0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21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B2BE2-A49B-94B8-2588-601860F0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E37E6-0AE1-D4E8-37FB-DA6D20F3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C780-53E7-A241-6273-E453A7A1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50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83F5-13C3-BC8D-A679-1E17ADD1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66C39-328E-CAD3-916D-F6E0A21D0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EF3F3-7C98-E7D0-DB66-84B015E30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C82F-F178-893D-0578-A9FE0903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02FCD-7C43-EBCC-06DB-CEEF9269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05410-CE19-19AF-89F2-7BF9CCAC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053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AD32-5A7E-5694-7AA5-6299D6E1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63F99-EB1A-1C1E-EB7F-2B0AB5274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F180C-3551-072F-6DDA-A024998D1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6E21E-2B7F-3215-26B8-72E55101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BF3AD-A260-30F8-56A7-9B588932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75666-9467-E50F-7F42-DCDF60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34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46A2-C6AD-3C12-A5F6-130FD5D8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1ACCE-29E1-8EC2-118A-780400123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29AE4-AA5B-7EA9-6E5B-02EAED91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6153-63B8-DFCB-E4E9-B2D6D7BF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098B6-FF47-A73C-2976-CEB5A400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C65F4-CE78-FFDC-98FB-DD59F17CA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4035C-8256-4730-5D34-A1DF1972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2D559-E916-401A-072D-C1EFA793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332B7-0B3C-00CD-5985-F1A75A4A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C6FB5-DE20-145E-E494-AB060B6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6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444B6-54B6-9A74-56D4-2D580DA7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79C99-04C7-85EA-CD12-92E551712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34D5E-BC42-6B65-033F-B30867D36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B3E4D-7ABF-47B8-8931-8A065F202218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796DE-6423-080E-05A8-9919C817C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A81F1-A247-B037-58E3-1840CDE3E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1E986-212D-4DB5-B743-267FF5E88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1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7F746C-C7FC-70B7-1C5F-6005AB8F0E81}"/>
              </a:ext>
            </a:extLst>
          </p:cNvPr>
          <p:cNvSpPr txBox="1"/>
          <p:nvPr/>
        </p:nvSpPr>
        <p:spPr>
          <a:xfrm>
            <a:off x="768484" y="1657371"/>
            <a:ext cx="106615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Trusted partnership with CEOs and leadership teams across leading Fortune 500 companies and top-tier institutions.</a:t>
            </a:r>
          </a:p>
          <a:p>
            <a:endParaRPr lang="en-GB" dirty="0"/>
          </a:p>
          <a:p>
            <a:r>
              <a:rPr lang="en-GB" dirty="0"/>
              <a:t>We help leaders drive growth, productivity, and profitability</a:t>
            </a:r>
          </a:p>
          <a:p>
            <a:r>
              <a:rPr lang="en-GB" dirty="0"/>
              <a:t>By strengthening decision-making, execution impact, and performance delivery.</a:t>
            </a:r>
          </a:p>
          <a:p>
            <a:r>
              <a:rPr lang="en-GB" dirty="0"/>
              <a:t>We enable clarity, focus, insight‑driven decisions, and proactive performance management –</a:t>
            </a:r>
          </a:p>
          <a:p>
            <a:r>
              <a:rPr lang="en-GB" dirty="0"/>
              <a:t>delivering high‑impact results with board and investor confidence.</a:t>
            </a:r>
          </a:p>
        </p:txBody>
      </p:sp>
    </p:spTree>
    <p:extLst>
      <p:ext uri="{BB962C8B-B14F-4D97-AF65-F5344CB8AC3E}">
        <p14:creationId xmlns:p14="http://schemas.microsoft.com/office/powerpoint/2010/main" val="356525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64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 Lan</dc:creator>
  <cp:lastModifiedBy>Isa Lan</cp:lastModifiedBy>
  <cp:revision>2</cp:revision>
  <dcterms:created xsi:type="dcterms:W3CDTF">2026-03-07T13:34:03Z</dcterms:created>
  <dcterms:modified xsi:type="dcterms:W3CDTF">2026-03-10T02:03:06Z</dcterms:modified>
</cp:coreProperties>
</file>