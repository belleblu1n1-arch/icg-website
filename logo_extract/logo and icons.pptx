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91" r:id="rId2"/>
    <p:sldId id="68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CAA6E-C7D0-4EF5-81B2-33B37D1750ED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5EC5B-4837-4F73-98F6-F3660347D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58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129D1B-662E-4784-9250-876C866FE90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98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8264-0C48-F130-6A49-5AB649F0C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C7F0E-A036-6B6F-09FA-CDD152209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9926D-B1D1-5283-762C-2996C6E7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3628-6496-2243-26D0-99AF876D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43E3F-F7C6-AAD1-69C8-6567D6A0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73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0DFD-BB4F-0293-8AA7-DD8C5C29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394E-B3F6-CE35-E265-90B54999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E7E5E-4106-C5F9-D09F-225A852C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8DBB-1EF4-EB64-1F9A-FDDD3A24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B25F-636F-B2DB-6745-8BB7F50B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73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B5C4-30CF-8789-0E3C-36DE434D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E4101-785F-3173-5531-F1F963710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76EA-EAD1-B57F-AB49-5BE34A39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50A4-01C4-5710-7257-435969BA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1160-C42E-8EDD-73F4-A56410DB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E8D4-252D-9324-39D4-9D5BF545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0ED63-B26E-6642-5CAE-F0FF8D82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52F26-6CB3-7087-0D84-79C30718C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E8989-B0E4-23EB-23F8-188FD746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F1CC5-83E7-5037-2153-7D648995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7597A-7873-FB22-EC2B-A4F5FCC9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29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4990-FB7D-2F08-134E-0B60BE9E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CFF80-2D68-54C6-CF1E-FA7CE3712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E7471-3BC4-B677-CA78-1C376A1D7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CA2E9-FE37-8966-E40C-F3CF40B05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A7548-00D1-37F8-D7FB-1B2B1775F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113C3E-4CB3-FD60-5408-5C4B707C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088CD-2A29-AB99-721B-55CC0B5D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6859A-B508-30BD-BDDB-D1FC30F3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02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65AB-2A14-6A48-25A7-E92CF0C9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0B024-D2E0-38A4-04A0-1DB0059E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E9B79-CAF1-595B-0523-75CD0ECB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7114B-7810-51EC-F638-C7E8ED4D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84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96803-7955-05D0-2787-2A267224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6F29A-5656-9A5B-29BF-FC7D7DE5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96D06-3409-3EE1-F157-A33503C7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1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BB4C-42A6-A5D2-8BE3-B5C4B497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07A46-135E-8A7C-C6C2-516C5FC16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05190-A15F-C744-53EC-2903C6442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714FA-297A-2B96-45E6-3A3C8CCA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9BC4A-DE10-1A8A-3FE5-D323C68B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97865-615F-B7D0-6839-C725B366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86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2592-E02D-CC1F-1E9C-EE048764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78114-1DE2-5A8E-8DE4-5FD545D7D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82A64-4C46-E667-89A7-B193081B4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FF527-BE29-2FD0-2547-1389AD4B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2A428-9310-18B1-0CE0-1B9B1009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95F9A-A660-1249-2393-9D932834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7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FEAA-C3ED-3DF7-E1B4-68343CFB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09495-1839-B9C0-DBC0-62D8C5D3C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E039-A6C7-DA45-9B44-3C49E518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52FAC-92F4-D3A7-E976-8F88E375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D05D-C1A2-5867-9065-F7337EC3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97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EB18C-6026-F235-EEA7-1C0FCE570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9C0B5-FA1C-7AC5-2821-3571675EA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7E38-87BF-974D-5F53-6679882C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51D4-03BC-FF6B-83D9-A6B1CE5B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3D2F3-A9A3-6408-9072-03B3E1A7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39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A5B10-1F04-FDFD-ED99-48687FCB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15D7-CFD5-19B3-3D4F-1834AB539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9BF86-732F-9790-B588-BA37E3F6E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D34F6-3EEE-4990-BFF4-EE4FFF6C58A7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25E1C-545F-0EB0-1D83-9DAA9E6A0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DEF23-F5B4-7DF5-0680-A8C9EEA4A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C436B-90BE-4A2E-B56D-6BEE03ACF4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15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9E50-67D9-58FE-CDE4-F703FD18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1A0B2-6ED3-F6EE-76A6-00069B7CB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502" y="2922364"/>
            <a:ext cx="5047926" cy="15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1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42BB-1090-E7BF-ABF5-147764DF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dirty="0"/>
              <a:t>Credibility</a:t>
            </a:r>
            <a:br>
              <a:rPr lang="en-GB" sz="3200" dirty="0"/>
            </a:br>
            <a:br>
              <a:rPr lang="en-GB" sz="1800" dirty="0"/>
            </a:br>
            <a:r>
              <a:rPr lang="en-GB" sz="1800" dirty="0"/>
              <a:t>We have solid track records working with working with global and regional leading companies </a:t>
            </a:r>
            <a:br>
              <a:rPr lang="en-GB" sz="1800" dirty="0"/>
            </a:br>
            <a:r>
              <a:rPr lang="en-GB" sz="1800" dirty="0"/>
              <a:t>We also have experiences serving growing SMEs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CE618-A607-BD46-0258-3166DB6D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287" y="2828357"/>
            <a:ext cx="1824924" cy="85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78F4E-CEF8-89EE-43C8-810751928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317" y="2729516"/>
            <a:ext cx="1547695" cy="9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564D80-9236-CEA9-6A2D-A9A306998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18" y="2828357"/>
            <a:ext cx="1822732" cy="81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9">
            <a:extLst>
              <a:ext uri="{FF2B5EF4-FFF2-40B4-BE49-F238E27FC236}">
                <a16:creationId xmlns:a16="http://schemas.microsoft.com/office/drawing/2014/main" id="{38836DDC-8194-9234-E0C3-D2880D7E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786" y="2897969"/>
            <a:ext cx="1740007" cy="8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6DC713-A4A8-E317-941E-90040DFC5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663" y="2808547"/>
            <a:ext cx="1547696" cy="952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44AB1-7489-0724-AF74-E1F159458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3971" y="2595346"/>
            <a:ext cx="1649360" cy="10886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D8DE70-F20B-A64C-C397-06605A9D9D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518" y="4233131"/>
            <a:ext cx="2024224" cy="898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91B79B-73BE-5F20-9310-9666BB820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4962" y="4074106"/>
            <a:ext cx="1740824" cy="17408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77C565-3824-9AC6-63CF-9CE7580C1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700" y="4418375"/>
            <a:ext cx="2288549" cy="7128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59C2B-31CE-0913-A620-1EDB509C00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518" y="5396462"/>
            <a:ext cx="2054696" cy="1096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76999C-1D76-C53A-482C-562FA97EE2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3536" y="4901293"/>
            <a:ext cx="1956707" cy="1956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C07257-F169-EF59-39CE-05F1B3C347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4700" y="5226196"/>
            <a:ext cx="2182290" cy="1148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364B90-BE6E-A4D8-83CF-C75A19D420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9767" y="5396462"/>
            <a:ext cx="2788989" cy="123117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48658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logo</vt:lpstr>
      <vt:lpstr>Credibility  We have solid track records working with working with global and regional leading companies  We also have experiences serving growing SMEs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 Lan</dc:creator>
  <cp:lastModifiedBy>Isa Lan</cp:lastModifiedBy>
  <cp:revision>1</cp:revision>
  <dcterms:created xsi:type="dcterms:W3CDTF">2026-02-21T16:30:32Z</dcterms:created>
  <dcterms:modified xsi:type="dcterms:W3CDTF">2026-02-21T16:32:53Z</dcterms:modified>
</cp:coreProperties>
</file>