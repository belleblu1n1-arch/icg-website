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E9270B-53F3-4821-BE35-3ACA771F4365}" v="20" dt="2026-04-07T11:35:36.9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22" autoAdjust="0"/>
    <p:restoredTop sz="94660"/>
  </p:normalViewPr>
  <p:slideViewPr>
    <p:cSldViewPr snapToGrid="0">
      <p:cViewPr varScale="1">
        <p:scale>
          <a:sx n="55" d="100"/>
          <a:sy n="55" d="100"/>
        </p:scale>
        <p:origin x="69" y="7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a Lan" userId="945ba5853d06cfb5" providerId="LiveId" clId="{4BF6D3D9-5CF5-48F0-AB96-70EE9B74F7F8}"/>
    <pc:docChg chg="undo custSel addSld modSld">
      <pc:chgData name="Isa Lan" userId="945ba5853d06cfb5" providerId="LiveId" clId="{4BF6D3D9-5CF5-48F0-AB96-70EE9B74F7F8}" dt="2026-04-07T11:35:36.976" v="238" actId="931"/>
      <pc:docMkLst>
        <pc:docMk/>
      </pc:docMkLst>
      <pc:sldChg chg="modSp mod">
        <pc:chgData name="Isa Lan" userId="945ba5853d06cfb5" providerId="LiveId" clId="{4BF6D3D9-5CF5-48F0-AB96-70EE9B74F7F8}" dt="2026-04-07T09:33:26.632" v="235" actId="14100"/>
        <pc:sldMkLst>
          <pc:docMk/>
          <pc:sldMk cId="1065681547" sldId="256"/>
        </pc:sldMkLst>
        <pc:picChg chg="mod">
          <ac:chgData name="Isa Lan" userId="945ba5853d06cfb5" providerId="LiveId" clId="{4BF6D3D9-5CF5-48F0-AB96-70EE9B74F7F8}" dt="2026-04-07T09:33:26.632" v="235" actId="14100"/>
          <ac:picMkLst>
            <pc:docMk/>
            <pc:sldMk cId="1065681547" sldId="256"/>
            <ac:picMk id="5" creationId="{7484EF99-4ED5-A4FF-66E2-8756A6DCD378}"/>
          </ac:picMkLst>
        </pc:picChg>
        <pc:picChg chg="mod">
          <ac:chgData name="Isa Lan" userId="945ba5853d06cfb5" providerId="LiveId" clId="{4BF6D3D9-5CF5-48F0-AB96-70EE9B74F7F8}" dt="2026-04-07T09:33:07.274" v="233" actId="14100"/>
          <ac:picMkLst>
            <pc:docMk/>
            <pc:sldMk cId="1065681547" sldId="256"/>
            <ac:picMk id="7" creationId="{E1CB952F-C3C9-E83E-8E66-207B14502B59}"/>
          </ac:picMkLst>
        </pc:picChg>
      </pc:sldChg>
      <pc:sldChg chg="modSp mod">
        <pc:chgData name="Isa Lan" userId="945ba5853d06cfb5" providerId="LiveId" clId="{4BF6D3D9-5CF5-48F0-AB96-70EE9B74F7F8}" dt="2026-04-07T09:33:48.024" v="237" actId="14100"/>
        <pc:sldMkLst>
          <pc:docMk/>
          <pc:sldMk cId="2953015395" sldId="257"/>
        </pc:sldMkLst>
        <pc:picChg chg="mod">
          <ac:chgData name="Isa Lan" userId="945ba5853d06cfb5" providerId="LiveId" clId="{4BF6D3D9-5CF5-48F0-AB96-70EE9B74F7F8}" dt="2026-04-07T09:33:48.024" v="237" actId="14100"/>
          <ac:picMkLst>
            <pc:docMk/>
            <pc:sldMk cId="2953015395" sldId="257"/>
            <ac:picMk id="5" creationId="{73A871EB-7CAD-6C05-0D73-3B88A550095B}"/>
          </ac:picMkLst>
        </pc:picChg>
      </pc:sldChg>
      <pc:sldChg chg="addSp modSp">
        <pc:chgData name="Isa Lan" userId="945ba5853d06cfb5" providerId="LiveId" clId="{4BF6D3D9-5CF5-48F0-AB96-70EE9B74F7F8}" dt="2026-04-07T11:35:36.976" v="238" actId="931"/>
        <pc:sldMkLst>
          <pc:docMk/>
          <pc:sldMk cId="2388544264" sldId="258"/>
        </pc:sldMkLst>
        <pc:picChg chg="add mod">
          <ac:chgData name="Isa Lan" userId="945ba5853d06cfb5" providerId="LiveId" clId="{4BF6D3D9-5CF5-48F0-AB96-70EE9B74F7F8}" dt="2026-04-07T11:35:36.976" v="238" actId="931"/>
          <ac:picMkLst>
            <pc:docMk/>
            <pc:sldMk cId="2388544264" sldId="258"/>
            <ac:picMk id="3" creationId="{6B50CE0E-19B6-AC38-2CA0-99499B7D14AF}"/>
          </ac:picMkLst>
        </pc:picChg>
      </pc:sldChg>
      <pc:sldChg chg="addSp delSp modSp new mod">
        <pc:chgData name="Isa Lan" userId="945ba5853d06cfb5" providerId="LiveId" clId="{4BF6D3D9-5CF5-48F0-AB96-70EE9B74F7F8}" dt="2026-04-02T18:09:15.183" v="232" actId="478"/>
        <pc:sldMkLst>
          <pc:docMk/>
          <pc:sldMk cId="696971454" sldId="259"/>
        </pc:sldMkLst>
        <pc:picChg chg="add mod">
          <ac:chgData name="Isa Lan" userId="945ba5853d06cfb5" providerId="LiveId" clId="{4BF6D3D9-5CF5-48F0-AB96-70EE9B74F7F8}" dt="2026-04-02T18:08:51.860" v="231"/>
          <ac:picMkLst>
            <pc:docMk/>
            <pc:sldMk cId="696971454" sldId="259"/>
            <ac:picMk id="16" creationId="{F343F7AE-EBA7-BB07-96CB-99471044425D}"/>
          </ac:picMkLst>
        </pc:picChg>
        <pc:picChg chg="add mod">
          <ac:chgData name="Isa Lan" userId="945ba5853d06cfb5" providerId="LiveId" clId="{4BF6D3D9-5CF5-48F0-AB96-70EE9B74F7F8}" dt="2026-04-02T18:08:15.915" v="229"/>
          <ac:picMkLst>
            <pc:docMk/>
            <pc:sldMk cId="696971454" sldId="259"/>
            <ac:picMk id="27" creationId="{979407F2-F52B-F82A-A250-4AEEFE3FCC3C}"/>
          </ac:picMkLst>
        </pc:picChg>
        <pc:picChg chg="add mod">
          <ac:chgData name="Isa Lan" userId="945ba5853d06cfb5" providerId="LiveId" clId="{4BF6D3D9-5CF5-48F0-AB96-70EE9B74F7F8}" dt="2026-04-02T18:08:34.949" v="230"/>
          <ac:picMkLst>
            <pc:docMk/>
            <pc:sldMk cId="696971454" sldId="259"/>
            <ac:picMk id="31" creationId="{C84F85B1-3B76-2F0D-6084-373416EFA64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B8D29-86CB-B9F5-A336-14F8335D21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9F8EB3-21AE-2422-1C68-4E0CCD3280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B64B0-0C0F-06BE-E468-3CEBD219D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26612-D493-4073-8DFB-A18B7BE2D550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918C2-758B-67A6-4477-A380789E1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15975-60DF-37E8-14E8-4A3398552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9644-9A2F-42D6-B3A0-800AF66F68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191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B8DAC-B6B4-1EFD-1EDF-6CB0A6A56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61B14-EA1D-C567-335F-E1A8DB9C3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E48DA-451F-2A24-A15A-984D3CDA1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26612-D493-4073-8DFB-A18B7BE2D550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47BAD6-D4EE-B733-9DF0-2C791FBAF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6CAA0-B05D-DCA7-E5B9-FB5D9AEA8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9644-9A2F-42D6-B3A0-800AF66F68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1691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2051D-3603-2E1B-0521-97D5ACAE4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14ACF7-12F2-674F-B9E9-458F9EBA0D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C6AFD1-1422-EBAA-B11A-392F85B3E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26612-D493-4073-8DFB-A18B7BE2D550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E7548-2185-FCA7-56D9-8D6765454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8C3D2-BC50-6D75-42B2-763DA6973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9644-9A2F-42D6-B3A0-800AF66F68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1740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3806B-6EC4-5A41-19AE-313B4677B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C3455-3E4B-468B-B962-979A53C8CB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3E3583-04CC-F478-8576-9ED85D1870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2936A9-8046-41C8-25C6-ADDD33E16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26612-D493-4073-8DFB-A18B7BE2D550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34AECC-ACDC-DA49-66FD-52F90ECBD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397599-FB93-5025-66F0-D75B88477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9644-9A2F-42D6-B3A0-800AF66F68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1213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77668-BC30-6D33-1792-A8F18D4F8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968D62-3EF5-8926-A2A8-03CE56497D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FF3428-7780-6EBE-232B-0C12DB4CB7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3888C8-A5ED-D8DB-5F99-E20B47FFE3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3289F0-83C4-25BA-009D-725CE0963E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40B22A-7174-1AD6-0652-D59681692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26612-D493-4073-8DFB-A18B7BE2D550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DFA9C0-1012-AE5A-E218-19DD1852F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7187B3-19CB-3776-971A-B23F08904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9644-9A2F-42D6-B3A0-800AF66F68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3087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F5CA7-11F2-66A5-0813-BB9843055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2743EF-DAEF-963D-C1DA-139E78D75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26612-D493-4073-8DFB-A18B7BE2D550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65B8C3-6F18-2FF5-80F3-712F418B1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2D0C9-E615-0EE3-D686-FEFC470F2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9644-9A2F-42D6-B3A0-800AF66F68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1362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F718DE-7346-7C3D-DBAD-8A4D7FDC2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26612-D493-4073-8DFB-A18B7BE2D550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807CE0-D308-E22D-CC69-8CE520548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1F9FE4-7BA7-DA0D-447B-D988D6DD6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9644-9A2F-42D6-B3A0-800AF66F68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7572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77FC5-BDCD-0BB5-C9C6-5B1749801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99130-B47F-378A-14E6-143474208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7F2B13-9369-DE93-DB6A-99BA234FD1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C74E37-2077-7F90-8631-0E3DEB51D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26612-D493-4073-8DFB-A18B7BE2D550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1DA4D6-2FA7-F61B-0EFD-C4F946154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7EDDDC-1158-D484-E071-63ED52931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9644-9A2F-42D6-B3A0-800AF66F68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5940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D5095-E8DB-E93D-37D1-66F578BDF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08F797-909C-23FB-6BD9-5332E22DD1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F04D84-37DC-F70E-4F88-C396D45B83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485382-79D2-AA5E-98A6-5A2BE8924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26612-D493-4073-8DFB-A18B7BE2D550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A84DD4-E362-C1A0-9879-6B2A4FDD0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462A9B-B65D-3999-43BA-75C9F4F9E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9644-9A2F-42D6-B3A0-800AF66F68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9842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BFB18-7CC3-291E-2EF9-74C579308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C58C56-EF64-1070-5705-D50393124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3B394-8765-7282-402A-45B4A0690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26612-D493-4073-8DFB-A18B7BE2D550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58046-35CD-7D20-081D-205B14EFC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19E0FE-8A86-258D-385D-FF3E9007D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9644-9A2F-42D6-B3A0-800AF66F68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0979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6E7665-AB35-1319-5259-C8A07890D8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C47B0C-D114-4893-71F3-831B7BBC77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9936D-0E33-1409-21B9-EF667368E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26612-D493-4073-8DFB-A18B7BE2D550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9F3348-DFE2-5C0E-3E03-F9F12B74A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A5168C-926F-099F-BDDB-4FEC9EC1E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9644-9A2F-42D6-B3A0-800AF66F68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6754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E7624E-D629-4B92-9923-DD3659C6B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AFB686-F38C-3C01-ABD5-C66A6D35E2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4DA9B2-CBFE-7CB9-EC95-C8AAB2A31E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926612-D493-4073-8DFB-A18B7BE2D550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3A9312-0656-4461-657D-A1DED18967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A60B84-542C-EE9D-DDBC-10A4B4CC31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7C9644-9A2F-42D6-B3A0-800AF66F68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3928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484EF99-4ED5-A4FF-66E2-8756A6DCD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162" y="241005"/>
            <a:ext cx="8645656" cy="30905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CB952F-C3C9-E83E-8E66-207B14502B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4408" y="3255996"/>
            <a:ext cx="8015990" cy="2287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68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3A871EB-7CAD-6C05-0D73-3B88A5500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005" y="549279"/>
            <a:ext cx="7945147" cy="5282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015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6B1AF9B-1561-D69B-4585-915794832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7545" y="152314"/>
            <a:ext cx="7456909" cy="6553371"/>
          </a:xfrm>
          <a:prstGeom prst="rect">
            <a:avLst/>
          </a:prstGeom>
        </p:spPr>
      </p:pic>
      <p:pic>
        <p:nvPicPr>
          <p:cNvPr id="3" name="Graphic 2" descr="Sustainability outline">
            <a:extLst>
              <a:ext uri="{FF2B5EF4-FFF2-40B4-BE49-F238E27FC236}">
                <a16:creationId xmlns:a16="http://schemas.microsoft.com/office/drawing/2014/main" id="{6B50CE0E-19B6-AC38-2CA0-99499B7D14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8800" y="29718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544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F343F7AE-EBA7-BB07-96CB-994710444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33333" y="3243937"/>
            <a:ext cx="511642" cy="46265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79407F2-F52B-F82A-A250-4AEEFE3FCC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60606" y="3243937"/>
            <a:ext cx="547671" cy="477457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84F85B1-3B76-2F0D-6084-373416EFA6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25000"/>
                    </a14:imgEffect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33613" y="3220134"/>
            <a:ext cx="674384" cy="550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9714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 Lan</dc:creator>
  <cp:lastModifiedBy>Isa Lan</cp:lastModifiedBy>
  <cp:revision>1</cp:revision>
  <dcterms:created xsi:type="dcterms:W3CDTF">2026-04-01T12:27:02Z</dcterms:created>
  <dcterms:modified xsi:type="dcterms:W3CDTF">2026-04-07T11:35:48Z</dcterms:modified>
</cp:coreProperties>
</file>