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022" autoAdjust="0"/>
    <p:restoredTop sz="94660"/>
  </p:normalViewPr>
  <p:slideViewPr>
    <p:cSldViewPr snapToGrid="0">
      <p:cViewPr varScale="1">
        <p:scale>
          <a:sx n="55" d="100"/>
          <a:sy n="55" d="100"/>
        </p:scale>
        <p:origin x="69" y="76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471660-D469-8E46-1655-6023A86F053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C073E9A-A6DC-7A5C-ED6A-A89BCD7EE62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D7C7A4-1B54-0436-5566-8FE547312F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AA9D87-9215-4710-BAE5-212E186046D0}" type="datetimeFigureOut">
              <a:rPr lang="en-GB" smtClean="0"/>
              <a:t>13/03/2026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53311D-9F1C-2158-843A-E9B7EC3A72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2C20F2-9F92-ED7A-6907-4CB9DE8119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69D777-146B-49CC-88C9-B417D9B4339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660740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F87C8B-88A7-7F24-DD01-C47DFA3E23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B85D02-7B45-B534-DF41-2E72AFB784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7718A9-177A-394E-0F74-5FD73B3497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AA9D87-9215-4710-BAE5-212E186046D0}" type="datetimeFigureOut">
              <a:rPr lang="en-GB" smtClean="0"/>
              <a:t>13/03/2026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83D61A-46F3-EC1C-3B3F-C47F5D40B0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2087D2-4AF9-0B75-C9CE-142699CA27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69D777-146B-49CC-88C9-B417D9B4339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698862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A136B7-96A7-72B4-23C9-B2E5EBAAD6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6100FC-67A1-8888-F791-4247D1AECA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E938A4-9C11-4532-1490-D0E30DFD2D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AA9D87-9215-4710-BAE5-212E186046D0}" type="datetimeFigureOut">
              <a:rPr lang="en-GB" smtClean="0"/>
              <a:t>13/03/2026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E40E8F-C737-6EC0-38EF-83AFD8847B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49F79A-F58E-3467-C3D1-67AAF8A527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69D777-146B-49CC-88C9-B417D9B4339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036362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EDF558-C38F-4FEF-7CE8-C48033CD0A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A4A895-55CB-AB69-DB84-7BCAD7ECCFC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B326D5F-BC4F-D26A-5663-FD936922D7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A9DDDBF-FE86-10EB-6B89-7788DDCC90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AA9D87-9215-4710-BAE5-212E186046D0}" type="datetimeFigureOut">
              <a:rPr lang="en-GB" smtClean="0"/>
              <a:t>13/03/2026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B8E55B0-023D-135A-8006-0AE8687E73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C66DF28-8D91-84C8-9A8B-0C906FF64F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69D777-146B-49CC-88C9-B417D9B4339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541253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272633-96F3-4BA5-5F64-22E126E3F2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39F5D5-F13E-A514-D280-02FFF38965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ACA3D55-D649-C194-3C49-2C828A77C9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E2F39AC-0EC3-2CB4-B6FA-2CEF54E7756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3B0585F-D5C3-61A6-2701-6BD3C79E686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A666515-CAAA-32F0-DA7E-9ABA6A10D1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AA9D87-9215-4710-BAE5-212E186046D0}" type="datetimeFigureOut">
              <a:rPr lang="en-GB" smtClean="0"/>
              <a:t>13/03/2026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5017E90-3EF8-B54B-D881-4DAAD32C06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823D91E-5C52-E26A-8354-845829F7F9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69D777-146B-49CC-88C9-B417D9B4339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678949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E498DB-BA90-4AAF-8932-BA6F6EDF05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3647D8-5A24-5B3A-C3F3-2D85B7951E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AA9D87-9215-4710-BAE5-212E186046D0}" type="datetimeFigureOut">
              <a:rPr lang="en-GB" smtClean="0"/>
              <a:t>13/03/2026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A7761A8-37A3-7D79-3B1A-EBCC6EBF17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F417CF6-1587-F304-0AC8-A6AAF9408A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69D777-146B-49CC-88C9-B417D9B4339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098248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FB44360-8C5A-8096-0E58-92AD3A5605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AA9D87-9215-4710-BAE5-212E186046D0}" type="datetimeFigureOut">
              <a:rPr lang="en-GB" smtClean="0"/>
              <a:t>13/03/2026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CFB77B6-252E-3526-96B4-966BEE80D6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7451D6-CCF0-1509-72A5-DE086ED93A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69D777-146B-49CC-88C9-B417D9B4339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068953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3995AF-6A16-99A0-05D3-E23A6154EC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FD76FB-74D7-7463-0146-0E185C6265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CC5DF24-DCA3-2445-EDDF-E43CC2C687B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4A32BA-777F-A95C-C817-1FC15B2D99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AA9D87-9215-4710-BAE5-212E186046D0}" type="datetimeFigureOut">
              <a:rPr lang="en-GB" smtClean="0"/>
              <a:t>13/03/2026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196ECED-ADB9-5F09-B2A9-CF51011089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88D5C8-BD62-D9D3-A8D2-3B4C956193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69D777-146B-49CC-88C9-B417D9B4339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379797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235222-78C6-897F-FB47-7B002C34EE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D7A1570-4692-DCD5-BA99-C2580EDB848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95BA6B7-22DA-97F3-BA2A-9ADF5B18B9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5BC6ECE-64A3-5D19-FDFB-7819C32DAC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AA9D87-9215-4710-BAE5-212E186046D0}" type="datetimeFigureOut">
              <a:rPr lang="en-GB" smtClean="0"/>
              <a:t>13/03/2026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64101F7-825F-8C5E-AC05-9556821047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CFB7890-CC73-5311-DBFA-4A8894180D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69D777-146B-49CC-88C9-B417D9B4339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810929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EBD964-71BA-C2E3-F7F4-C8EF3A7E8D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C11EA11-7C6C-746B-9913-5D47F1AACA7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7B8586-83B9-7902-D992-970AFF8438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AA9D87-9215-4710-BAE5-212E186046D0}" type="datetimeFigureOut">
              <a:rPr lang="en-GB" smtClean="0"/>
              <a:t>13/03/2026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F1573A-D1F5-49AB-3622-59160345B3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E8BE28-13CE-DF69-EF57-FC528AB1AC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69D777-146B-49CC-88C9-B417D9B4339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52848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0E3FA3C-3461-2D68-F203-A151AB09450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A3F0331-D7C1-7325-87F8-0AFE3280F08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399A99-B76C-4DB0-B1EB-64D449A63A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AA9D87-9215-4710-BAE5-212E186046D0}" type="datetimeFigureOut">
              <a:rPr lang="en-GB" smtClean="0"/>
              <a:t>13/03/2026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CA0E14-0197-F412-4E18-323F5CA8D0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29F45E-7FE1-731C-7571-D97EC04468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69D777-146B-49CC-88C9-B417D9B4339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613985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D4D8A33-7697-7B77-DDC8-9B837DA9B8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7A8CF1-2CCC-FAE0-E4ED-7488178368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2B998E-FAD5-CDC6-4B60-8434573C8AC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2AA9D87-9215-4710-BAE5-212E186046D0}" type="datetimeFigureOut">
              <a:rPr lang="en-GB" smtClean="0"/>
              <a:t>13/03/2026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9776B1-840E-6C18-9108-DD6216163C1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612DF0-F688-9630-9698-75BDA405D30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569D777-146B-49CC-88C9-B417D9B4339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830509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AB6AC2D-CCB8-1A80-978F-2D80E1DDF2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559" y="391353"/>
            <a:ext cx="6715125" cy="2000250"/>
          </a:xfrm>
          <a:prstGeom prst="rect">
            <a:avLst/>
          </a:prstGeom>
        </p:spPr>
      </p:pic>
      <p:sp>
        <p:nvSpPr>
          <p:cNvPr id="6" name="AutoShape 2">
            <a:extLst>
              <a:ext uri="{FF2B5EF4-FFF2-40B4-BE49-F238E27FC236}">
                <a16:creationId xmlns:a16="http://schemas.microsoft.com/office/drawing/2014/main" id="{569D9B5A-4F7E-EEF8-422C-7F6DE051057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03DD056-8117-E8B1-06F0-55A6760666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3313" y="1268895"/>
            <a:ext cx="3720548" cy="372054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7389CB1-4AB2-946C-A27A-12DD02489A5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139" y="3276600"/>
            <a:ext cx="6276975" cy="2895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41916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Isa Lan</dc:creator>
  <cp:lastModifiedBy>Isa Lan</cp:lastModifiedBy>
  <cp:revision>1</cp:revision>
  <dcterms:created xsi:type="dcterms:W3CDTF">2026-03-13T09:05:34Z</dcterms:created>
  <dcterms:modified xsi:type="dcterms:W3CDTF">2026-03-13T09:10:24Z</dcterms:modified>
</cp:coreProperties>
</file>